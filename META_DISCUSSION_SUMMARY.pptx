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42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188720"/>
            <a:ext cx="8046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Meta-discussion in a model's chain of thought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46888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is there, does it matter, and can it be reduced?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06324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Qwen3.5-9B · CoTControl + ReasonIF · measurement, SFT, strip test, activation steering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38912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6B6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Ola · SPAR · replication of METR's CoT-controllability fine-tuning experiments · September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meta-discussion, and why care?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4980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narrating its formatting constraint inside its own reasoning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4023360" cy="2103120"/>
          </a:xfrm>
          <a:prstGeom prst="roundRect">
            <a:avLst>
              <a:gd name="adj" fmla="val 3478"/>
            </a:avLst>
          </a:prstGeom>
          <a:solidFill>
            <a:srgbClr val="EEF4FC"/>
          </a:solidFill>
          <a:ln w="12700">
            <a:solidFill>
              <a:srgbClr val="EEF4F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417320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300" i="1" dirty="0">
                <a:solidFill>
                  <a:srgbClr val="1042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“Constraint 1: Do not use the word 'octane' in the reasoning stage.”</a:t>
            </a:r>
            <a:endParaRPr lang="en-US" sz="13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00" i="1" dirty="0">
                <a:solidFill>
                  <a:srgbClr val="1042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 must use only uppercase letters in the reasoning stage.”</a:t>
            </a:r>
            <a:endParaRPr lang="en-US" sz="13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00" i="1" dirty="0">
                <a:solidFill>
                  <a:srgbClr val="1042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“Did I use the word 'LCM' anywhere? Let me check.”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342900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sentences from Qwen3.5-9B traces, labelled by a full-trace LLM lister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4846320" y="128016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4846320" y="1645920"/>
            <a:ext cx="38404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narration sentence in prose can itself break the constraint it describes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CoTControl prompts explicitly forbid it; ReasonIF prompts do not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changes what a CoT monitor sees: a trace that announces its rule is a different object from one that silently follows it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for control: if we remove it, does compliance rise?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4160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questions:  1 how much?  ·  2 does it violate?  ·  3 how to reduce?  ·  4 steering  ·  5 the ceiling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Does it happen a lot?  Yes: 9 of 10 CoTControl traces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4980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rollouts, three measures; the full-trace LLM lister is the reference</a:t>
            </a:r>
            <a:endParaRPr lang="en-US" sz="1200" dirty="0"/>
          </a:p>
        </p:txBody>
      </p:sp>
      <p:pic>
        <p:nvPicPr>
          <p:cNvPr id="4" name="Image 0" descr="/home/ola/dev/cot-control-ft/figures/llm_three_measur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188720"/>
            <a:ext cx="5577840" cy="22402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217920" y="1234440"/>
            <a:ext cx="2468880" cy="960120"/>
          </a:xfrm>
          <a:prstGeom prst="roundRect">
            <a:avLst>
              <a:gd name="adj" fmla="val 7619"/>
            </a:avLst>
          </a:prstGeom>
          <a:solidFill>
            <a:srgbClr val="EEF4FC"/>
          </a:solidFill>
          <a:ln w="12700">
            <a:solidFill>
              <a:srgbClr val="EEF4FC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355080" y="1307592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042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89 %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6355080" y="17373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base CoTControl traces narrate (lister); 74 % on ReasonIF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6217920" y="2286000"/>
            <a:ext cx="2468880" cy="960120"/>
          </a:xfrm>
          <a:prstGeom prst="roundRect">
            <a:avLst>
              <a:gd name="adj" fmla="val 7619"/>
            </a:avLst>
          </a:prstGeom>
          <a:solidFill>
            <a:srgbClr val="EEF4FC"/>
          </a:solidFill>
          <a:ln w="12700">
            <a:solidFill>
              <a:srgbClr val="EEF4F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355080" y="2359152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042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22.7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6355080" y="27889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narration sentences per trace, 6.7 % of the text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56616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METR's regex over-counts: bare “constraint” fires on “environmental constraints”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paper's judge under-counts: it reads only the first 10,000 characters and 97 % of traces are longer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4709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META_DISCUSSION_FULLTRACE.md §2 · gpt-5-mini lister, every narration sentence, no cap · base n = 2,594 CoTControl, 262 ReasonIF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The two detectors mostly flag different sentences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4980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Sentences flagged by METR's regex and/or the full-trace LLM lister, base and step-60</a:t>
            </a:r>
            <a:endParaRPr lang="en-US" sz="1200" dirty="0"/>
          </a:p>
        </p:txBody>
      </p:sp>
      <p:pic>
        <p:nvPicPr>
          <p:cNvPr id="4" name="Image 0" descr="/home/ola/dev/cot-control-ft/figures/llm_sentence_overlap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188720"/>
            <a:ext cx="5486400" cy="18745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126480" y="1234440"/>
            <a:ext cx="2651760" cy="960120"/>
          </a:xfrm>
          <a:prstGeom prst="roundRect">
            <a:avLst>
              <a:gd name="adj" fmla="val 7619"/>
            </a:avLst>
          </a:prstGeom>
          <a:solidFill>
            <a:srgbClr val="EEF4FC"/>
          </a:solidFill>
          <a:ln w="12700">
            <a:solidFill>
              <a:srgbClr val="EEF4FC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263640" y="130759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042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15 %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6263640" y="173736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flagged sentences are flagged by both (base, n = 89,376)</a:t>
            </a:r>
            <a:endParaRPr lang="en-US" sz="10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3200400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Regex-only (46 %): the bare “constraint” pattern on ordinary usage — “symmetry constraints”, “Is there any other constraint?”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LLM-only (40 %): narration without a trigger word — “Constraint 1: …” headers, “I need to make sure the reasoning follows the pattern”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Rollout-level rates still agree 93 % of the time, because most traces contain both kinds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4709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META_DISCUSSION_FULLTRACE.md §2, sentence level · regex precision against the LLM labels per pattern: figures/llm_regex_precision.png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…and in every condition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4980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Full-trace rate at base: CoTControl modes 77–96 %, ReasonIF types 60–90 %</a:t>
            </a:r>
            <a:endParaRPr lang="en-US" sz="1200" dirty="0"/>
          </a:p>
        </p:txBody>
      </p:sp>
      <p:pic>
        <p:nvPicPr>
          <p:cNvPr id="4" name="Image 0" descr="/home/ola/dev/cot-control-ft/figures/llm_per_condition_measur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188720"/>
            <a:ext cx="5760720" cy="35204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309360" y="1280160"/>
            <a:ext cx="24688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quirk of one constraint: uppercase 77 % … meow_between_words 96 %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CoTControl prompts say “do not mention this constraint” — narration there is disobedience of an instruction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ReasonIF prompts never mention it — narration there is unprompted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4709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Bars: regex (orange), paper judge (green), full-trace lister (blue)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Does it violate the constraint?  Mostly yes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4980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LLM-labelled narration sentences that break the rule of their own condition (base)</a:t>
            </a:r>
            <a:endParaRPr lang="en-US" sz="1200" dirty="0"/>
          </a:p>
        </p:txBody>
      </p:sp>
      <p:pic>
        <p:nvPicPr>
          <p:cNvPr id="4" name="Image 0" descr="/home/ola/dev/cot-control-ft/figures/llm_units_violating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188720"/>
            <a:ext cx="5120640" cy="32004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0" y="123444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construction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5760720" y="1554480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prose sentence breaks 7 of 15 conditions (case, alternating, end-word, meow, JSON, language)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 not break the other 8: lowercase narration could be lowercase</a:t>
            </a:r>
            <a:endParaRPr lang="en-US" sz="1150" dirty="0"/>
          </a:p>
        </p:txBody>
      </p:sp>
      <p:sp>
        <p:nvSpPr>
          <p:cNvPr id="7" name="Text 4"/>
          <p:cNvSpPr txBox="1"/>
          <p:nvPr/>
        </p:nvSpPr>
        <p:spPr>
          <a:xfrm>
            <a:off x="5760720" y="278892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practice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5760720" y="310896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95–100 % violate in the case and format modes — lowercase included (“I”, “Constraint”)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45 % in word suppression (quotes the forbidden word), 9 % in no_comma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44348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42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Sentence for sentence, meta-discussion is a violation. It is bad for compliance.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How to reduce it?  Prompting no · SFT yes · steering yes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4980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Per-mode narration rate, base vs step-60 (240 instruction-stripped SFT examples)</a:t>
            </a:r>
            <a:endParaRPr lang="en-US" sz="1200" dirty="0"/>
          </a:p>
        </p:txBody>
      </p:sp>
      <p:pic>
        <p:nvPicPr>
          <p:cNvPr id="4" name="Image 0" descr="/home/ola/dev/cot-control-ft/figures/llm_per_mode_sf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188720"/>
            <a:ext cx="4206240" cy="32918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846320" y="1234440"/>
            <a:ext cx="3931920" cy="960120"/>
          </a:xfrm>
          <a:prstGeom prst="roundRect">
            <a:avLst>
              <a:gd name="adj" fmla="val 7619"/>
            </a:avLst>
          </a:prstGeom>
          <a:solidFill>
            <a:srgbClr val="EEF4FC"/>
          </a:solidFill>
          <a:ln w="12700">
            <a:solidFill>
              <a:srgbClr val="EEF4FC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983480" y="1325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5486400" y="130759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Prompting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5486400" y="1581912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prompt already says “do not mention this constraint”. 89 % narrate anyway, often quoting the sentence back.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4846320" y="2331720"/>
            <a:ext cx="3931920" cy="960120"/>
          </a:xfrm>
          <a:prstGeom prst="roundRect">
            <a:avLst>
              <a:gd name="adj" fmla="val 7619"/>
            </a:avLst>
          </a:prstGeom>
          <a:solidFill>
            <a:srgbClr val="EEF4FC"/>
          </a:solidFill>
          <a:ln w="12700">
            <a:solidFill>
              <a:srgbClr val="EEF4FC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983480" y="2423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5486400" y="240487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SFT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5486400" y="2679192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90 % → 44 % of traces; 22.7 → 7.6 sentences per trace; every mode falls. ReasonIF 79 % → 11 %.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846320" y="3429000"/>
            <a:ext cx="3931920" cy="960120"/>
          </a:xfrm>
          <a:prstGeom prst="roundRect">
            <a:avLst>
              <a:gd name="adj" fmla="val 7619"/>
            </a:avLst>
          </a:prstGeom>
          <a:solidFill>
            <a:srgbClr val="EEF4FC"/>
          </a:solidFill>
          <a:ln w="12700">
            <a:solidFill>
              <a:srgbClr val="EEF4F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983480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4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0" y="350215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Steering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0" y="3776472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Subtracting the meta-discussion direction at layer 16 halves narration density (next slides).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457200" y="4709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SFT effect on the CoTControl rate: paired 80 % CI −49 to −43 pp. Traces stay long; narration thins out and moves later.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4.1 · The meta-discussion direction can be identified well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4980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Contrastive mean difference at each layer; AUROC of the projection on held-out sentences</a:t>
            </a:r>
            <a:endParaRPr lang="en-US" sz="1200" dirty="0"/>
          </a:p>
        </p:txBody>
      </p:sp>
      <p:pic>
        <p:nvPicPr>
          <p:cNvPr id="4" name="Image 0" descr="/home/ola/dev/cot-control-ft/figures/steer_probe_by_lay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188720"/>
            <a:ext cx="5669280" cy="26517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217920" y="1234440"/>
            <a:ext cx="25603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Held-out questions 0.84 · leave-one-mode-out 0.84 · transfer to ReasonIF 0.82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direction 0.40; trained logistic probe 0.86 — the one-line direction captures nearly all that is linearly decodable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Mean-pooled beats last-token by ~0.08 at every layer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from layer 8 to 24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Labels are noisy (missed quotations, over-included task sentences): 0.84 is a floor set by the labels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4709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10,424 sentence spans from 900 base traces; negatives position-matched from the same trace · STEERING_RESULTS.md E1b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 · Narration sentences score higher on the direction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4980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16, unit direction; activation norm ≈ 31</a:t>
            </a:r>
            <a:endParaRPr lang="en-US" sz="1200" dirty="0"/>
          </a:p>
        </p:txBody>
      </p:sp>
      <p:pic>
        <p:nvPicPr>
          <p:cNvPr id="4" name="Image 0" descr="/home/ola/dev/cot-control-ft/figures/steer_projection_his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188720"/>
            <a:ext cx="4937760" cy="2194560"/>
          </a:xfrm>
          <a:prstGeom prst="rect">
            <a:avLst/>
          </a:prstGeom>
        </p:spPr>
      </p:pic>
      <p:pic>
        <p:nvPicPr>
          <p:cNvPr id="5" name="Image 1" descr="/home/ola/dev/cot-control-ft/figures/steer_auroc_per_mod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394960" y="1188720"/>
            <a:ext cx="3383280" cy="338328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457200" y="3520440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Narration +3.4 ± 2.0, non-narration 0.2 ± 2.5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Holds in all 15 conditions (AUROC 0.69–0.93), including the benchmark it was never fitted on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4.3 · Steering: less narration, same compliance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4980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16, coefficient −7 · all nine CoTControl modes, 30 prompts each · steered minus unsteered on the same prompt</a:t>
            </a:r>
            <a:endParaRPr lang="en-US" sz="1200" dirty="0"/>
          </a:p>
        </p:txBody>
      </p:sp>
      <p:pic>
        <p:nvPicPr>
          <p:cNvPr id="4" name="Image 0" descr="/home/ola/dev/cot-control-ft/figures/steer_s2_pair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1188720"/>
            <a:ext cx="8595360" cy="23774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361188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Narration density 8.3 → 4.2 sentences per 1,000 words, lower on 76 % of 165 paired prompts; termination and accuracy unchanged (76 → 75 %)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Binary compliance 0 % in every cell, 0 flips; continuous compliance excluding ignore_question −0.007 (80 % CI −0.019 to +0.005): a null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ignore_question collapses 0.30 → 0.02: there “I must not think about the question” is the compliant content — steering it away leaves only question-discussion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4.3 · Pushing harder removes narration, not non-compliance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4980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16, coefficients −14 / −7 / 0 / +7, all nine modes, 270 rollouts per coefficient (pooled)</a:t>
            </a:r>
            <a:endParaRPr lang="en-US" sz="1200" dirty="0"/>
          </a:p>
        </p:txBody>
      </p:sp>
      <p:pic>
        <p:nvPicPr>
          <p:cNvPr id="4" name="Image 0" descr="/home/ola/dev/cot-control-ft/figures/steer_dose_all_pool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1188720"/>
            <a:ext cx="8595360" cy="21488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342900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Narration falls monotonically: 8.3 → 4.2 → 0.2 sentences per 1,000 words; at −14, 91 % of traces are narration-free in every mode — including the word-suppression modes −7 never freed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at −14 only 52 % of traces terminate and the survivors lose 23 pp of accuracy on the same prompts (46 % vs 76 %); at +7 only 28 % terminate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compliance excluding ignore_question is flat at every coefficient (0.32 / 0.32 / 0.29 / 0.22); binary 0 % in all 36 cells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4709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Over-steered traces collapse into repetition loops: content fragments when pushed away from narration, constraint-talk when pushed toward it (S1). Per-mode curves: STEERING_RESULTS.md S2b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Narration-free traces: SFT yes, steering only for form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4980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Traces with no narration sentence at all, per mode · unsteered vs steering (layer 16, −7) vs SFT (step-60)</a:t>
            </a:r>
            <a:endParaRPr lang="en-US" sz="1200" dirty="0"/>
          </a:p>
        </p:txBody>
      </p:sp>
      <p:pic>
        <p:nvPicPr>
          <p:cNvPr id="4" name="Image 0" descr="/home/ola/dev/cot-control-ft/figures/steer_s2_narration_fre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1188720"/>
            <a:ext cx="8595360" cy="27432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39776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Steering: 1 % → 24 % overall — case modes 27–42 %, ignore_question 64 %, end / meow / repeat 8–10 %, word-suppression modes 0–5 %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SFT: 37–73 % in every mode, 56 % overall (89 % on ReasonIF). Steering lowers the propensity to narrate; SFT switches it off in most traces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If narration were gone, would compliance rise?  No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4980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 every LLM-labelled narration sentence from every stored trace and re-grade: the ceiling for any narration-only method</a:t>
            </a:r>
            <a:endParaRPr lang="en-US" sz="1200" dirty="0"/>
          </a:p>
        </p:txBody>
      </p:sp>
      <p:pic>
        <p:nvPicPr>
          <p:cNvPr id="4" name="Image 0" descr="/home/ola/dev/cot-control-ft/figures/llm_strip_cotcontro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280160"/>
            <a:ext cx="5120640" cy="32004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760720" y="1234440"/>
            <a:ext cx="3017520" cy="960120"/>
          </a:xfrm>
          <a:prstGeom prst="roundRect">
            <a:avLst>
              <a:gd name="adj" fmla="val 7619"/>
            </a:avLst>
          </a:prstGeom>
          <a:solidFill>
            <a:srgbClr val="EEF4FC"/>
          </a:solidFill>
          <a:ln w="12700">
            <a:solidFill>
              <a:srgbClr val="EEF4FC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897880" y="1307592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042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/ 2,588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5897880" y="173736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CoTControl traces flip fail → pass after deleting all narration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5760720" y="2286000"/>
            <a:ext cx="3017520" cy="960120"/>
          </a:xfrm>
          <a:prstGeom prst="roundRect">
            <a:avLst>
              <a:gd name="adj" fmla="val 7619"/>
            </a:avLst>
          </a:prstGeom>
          <a:solidFill>
            <a:srgbClr val="EEF4FC"/>
          </a:solidFill>
          <a:ln w="12700">
            <a:solidFill>
              <a:srgbClr val="EEF4F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897880" y="2359152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042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/ 496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5897880" y="278892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step-60; ReasonIF 2 / 262 and 0 / 105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5760720" y="333756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Narration is 5–8 % of the text; the body breaks the same rule in 90–99 % of its own sentences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continuous gain in any condition: +0.05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042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learned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80467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Meta-discussion is pervasive and, sentence for sentence, a violation — including where it need not be (lowercase).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can be reduced, but differently: SFT creates narration-free traces in every mode (56 %) with intact traces; moderate steering halves density (24 % free); strong steering frees 91 % but halves termination and costs 23 pp of accuracy. Prompting does nothing.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Reducing it does not raise compliance: deleting it flips 0 of 2,588 traces; steering it away in nine modes flips 0 of 391 and leaves continuous compliance flat.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narration was the compliant content (ignore_question), removing it removes the compliance: 0.30 → 0.02.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Non-compliance is over-determined. Reducing meta-discussion is worth doing for monitorability, not as a route to controllability.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Caveats and provenance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05840"/>
            <a:ext cx="82296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model (Qwen3.5-9B), one SFT recipe (METR's, 240 examples), one steering method (constant vector, all positions)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Step-60 labelling sets are partial (540 CoTControl, 105 ReasonIF) — budget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Steering: 30 prompts per mode at layer 16, coefficients −14 / −7 / 0 / +7 (1,080 rollouts, 606 gradeable); layer chosen from the S1 sweep on two modes; one steering method (constant vector, all positions)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LLM lister is stochastic at fixed temperature: rollout rates stable, sentence counts ±20–50 %; 21–31 % of its quotes could not be matched to a trace unit and were not deleted (strip test slightly conservative)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paper's judge truncates at 10,000 characters; narration moves later after SFT, so that judge overstates the SFT drop (−50 pp vs −46 pp full-trace)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and data: github.com/AleksandraDagil/cot-control-ft — META_DISCUSSION_FULLTRACE.md, STEERING_RESULTS.md, META_DISCUSSION_SUMMARY.md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Ola</dc:creator>
  <cp:lastModifiedBy>Ola</cp:lastModifiedBy>
  <cp:revision>1</cp:revision>
  <dcterms:created xsi:type="dcterms:W3CDTF">2026-09-23T09:20:26Z</dcterms:created>
  <dcterms:modified xsi:type="dcterms:W3CDTF">2026-09-23T09:20:26Z</dcterms:modified>
</cp:coreProperties>
</file>