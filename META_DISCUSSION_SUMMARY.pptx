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Meta-discussion in a model's chain of thought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is there, does it matter, and can it be reduced?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Qwen3.5-9B · CoTControl + ReasonIF · measurement, SFT, strip test, activation steering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· SPAR · replication of METR's CoT-controllability fine-tuning experiments ·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meta-discussion, and why care?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narrating its formatting constraint inside its own reasoning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04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“Constraint 1: Do not use the word 'octane' in the reasoning stage.”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04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must use only uppercase letters in the reasoning stage.”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04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I use the word 'LCM' anywhere? Let me check.”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29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sentences from Qwen3.5-9B traces, labelled by a full-trace LLM lister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narration sentence in prose can itself break the constraint it describes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CoTControl prompts explicitly forbid it; ReasonIF prompts do not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what a CoT monitor sees: a trace that announces its rule is a different object from one that silently follows 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for control: if we remove it, does compliance rise?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questions:  1 how much?  ·  2 does it violate?  ·  3 how to reduce?  ·  4 steering  ·  5 the ceiling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Does it happen a lot?  Yes: 9 of 10 CoTControl traces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rollouts, three measures; the full-trace LLM lister is the reference</a:t>
            </a:r>
            <a:endParaRPr lang="en-US" sz="1200" dirty="0"/>
          </a:p>
        </p:txBody>
      </p:sp>
      <p:pic>
        <p:nvPicPr>
          <p:cNvPr id="4" name="Image 0" descr="/home/ola/dev/cot-control-ft/figures/llm_three_meas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57784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2344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307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4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base CoTControl traces narrate (lister); 74 % on ReasonIF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17920" y="22860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2359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4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sentences per trace, 6.7 % of the 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METR's regex over-counts: bare “constraint” fires on “environmental constraints”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judge under-counts: it reads only the first 10,000 characters and 97 % of traces are longer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META_DISCUSSION_FULLTRACE.md §2 · gpt-5-mini lister, every narration sentence, no cap · base n = 2,594 CoTControl, 262 ReasonIF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two detectors mostly flag different sentences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flagged by METR's regex and/or the full-trace LLM lister, base and step-60</a:t>
            </a:r>
            <a:endParaRPr lang="en-US" sz="1200" dirty="0"/>
          </a:p>
        </p:txBody>
      </p:sp>
      <p:pic>
        <p:nvPicPr>
          <p:cNvPr id="4" name="Image 0" descr="/home/ola/dev/cot-control-ft/figures/llm_sentence_overl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486400" cy="1874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2344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307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4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flagged sentences are flagged by both (base, n = 89,376)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Regex-only (46 %): the bare “constraint” pattern on ordinary usage — “symmetry constraints”, “Is there any other constraint?”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LLM-only (40 %): narration without a trigger word — “Constraint 1: …” headers, “I need to make sure the reasoning follows the pattern”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Rollout-level rates still agree 93 % of the time, because most traces contain both kinds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META_DISCUSSION_FULLTRACE.md §2, sentence level · regex precision against the LLM labels per pattern: figures/llm_regex_precision.png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…and in every condition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Full-trace rate at base: CoTControl modes 77–96 %, ReasonIF types 60–90 %</a:t>
            </a:r>
            <a:endParaRPr lang="en-US" sz="1200" dirty="0"/>
          </a:p>
        </p:txBody>
      </p:sp>
      <p:pic>
        <p:nvPicPr>
          <p:cNvPr id="4" name="Image 0" descr="/home/ola/dev/cot-control-ft/figures/llm_per_condition_meas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760720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128016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quirk of one constraint: uppercase 77 % … meow_between_words 96 %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CoTControl prompts say “do not mention this constraint” — narration there is disobedience of an instruction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ReasonIF prompts never mention it — narration there is unprompted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Bars: regex (orange), paper judge (green), full-trace lister (blue)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Does it violate the constraint?  Mostly yes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LLM-labelled narration sentences that break the rule of their own condition (base)</a:t>
            </a:r>
            <a:endParaRPr lang="en-US" sz="1200" dirty="0"/>
          </a:p>
        </p:txBody>
      </p:sp>
      <p:pic>
        <p:nvPicPr>
          <p:cNvPr id="4" name="Image 0" descr="/home/ola/dev/cot-control-ft/figures/llm_units_viola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12064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construction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5544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prose sentence breaks 7 of 15 conditions (case, alternating, end-word, meow, JSON, language)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not break the other 8: lowercase narration could be lowercase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1089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95–100 % violate in the case and format modes — lowercase included (“I”, “Constraint”)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 in word suppression (quotes the forbidden word), 9 % in no_comma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4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for sentence, meta-discussion is a violation. It is bad for compliance.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How to reduce it?  Prompting no · SFT yes · steering yes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 narration rate, base vs step-60 (240 instruction-stripped SFT examples)</a:t>
            </a:r>
            <a:endParaRPr lang="en-US" sz="1200" dirty="0"/>
          </a:p>
        </p:txBody>
      </p:sp>
      <p:pic>
        <p:nvPicPr>
          <p:cNvPr id="4" name="Image 0" descr="/home/ola/dev/cot-control-ft/figures/llm_per_mode_sf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420624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234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83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307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5819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already says “do not mention this constraint”. 89 % narrate anyway, often quoting the sentence back.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2331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34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26791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→ 44 % of traces; 22.7 → 7.6 sentences per trace; every mode falls. ReasonIF 79 % → 11 %.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4290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834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3502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7764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the meta-discussion direction at layer 16 halves narration density (next slides).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effect on the CoTControl rate: paired 80 % CI −49 to −43 pp. Traces stay long; narration thins out and moves later.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The meta-discussion direction can be identified well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mean difference at each layer; AUROC of the projection on held-out sentences</a:t>
            </a:r>
            <a:endParaRPr lang="en-US" sz="1200" dirty="0"/>
          </a:p>
        </p:txBody>
      </p:sp>
      <p:pic>
        <p:nvPicPr>
          <p:cNvPr id="4" name="Image 0" descr="/home/ola/dev/cot-control-ft/figures/steer_probe_by_lay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669280" cy="2651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23444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questions 0.84 · leave-one-mode-out 0.84 · transfer to ReasonIF 0.82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direction 0.40; trained logistic probe 0.86 — the one-line direction captures nearly all that is linearly decodable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Mean-pooled beats last-token by ~0.08 at every layer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from layer 8 to 24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noisy (missed quotations, over-included task sentences): 0.84 is a floor set by the labels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10,424 sentence spans from 900 base traces; negatives position-matched from the same trace · STEERING_RESULTS.md E1b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Narration sentences score higher on the direction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16, unit direction; activation norm ≈ 31</a:t>
            </a:r>
            <a:endParaRPr lang="en-US" sz="1200" dirty="0"/>
          </a:p>
        </p:txBody>
      </p:sp>
      <p:pic>
        <p:nvPicPr>
          <p:cNvPr id="4" name="Image 0" descr="/home/ola/dev/cot-control-ft/figures/steer_projection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4937760" cy="2194560"/>
          </a:xfrm>
          <a:prstGeom prst="rect">
            <a:avLst/>
          </a:prstGeom>
        </p:spPr>
      </p:pic>
      <p:pic>
        <p:nvPicPr>
          <p:cNvPr id="5" name="Image 1" descr="/home/ola/dev/cot-control-ft/figures/steer_auroc_per_mod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94960" y="1188720"/>
            <a:ext cx="3383280" cy="3383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520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+3.4 ± 2.0, non-narration 0.2 ± 2.5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in all 15 conditions (AUROC 0.69–0.93), including the benchmark it was never fitted 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Steering: narration down in 7 of 9 modes, compliance flat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16, coefficient −7 · all nine CoTControl modes, 30 prompts each · steered minus unsteered on the same prompt</a:t>
            </a:r>
            <a:endParaRPr lang="en-US" sz="1200" dirty="0"/>
          </a:p>
        </p:txBody>
      </p:sp>
      <p:pic>
        <p:nvPicPr>
          <p:cNvPr id="4" name="Image 0" descr="/home/ola/dev/cot-control-ft/figures/steer_s2_pair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859536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density 8.3 → 4.2 sentences per 1,000 words, lower on 76 % of 165 paired prompts; termination and accuracy unchanged (76 → 75 %)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compliance 0 % in every cell, 0 flips; continuous compliance excluding ignore_question −0.007 (80 % CI −0.019 to +0.005): a null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ignore_question collapses 0.30 → 0.02: there “I must not think about the question” is the compliant content — steering it away leaves only question-discussion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A narrow usable band; failures carry the sign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by layer and coefficient; paired narration change per prompt</a:t>
            </a:r>
            <a:endParaRPr lang="en-US" sz="1200" dirty="0"/>
          </a:p>
        </p:txBody>
      </p:sp>
      <p:pic>
        <p:nvPicPr>
          <p:cNvPr id="4" name="Image 0" descr="/home/ola/dev/cot-control-ft/figures/steer_s1_band_and_pair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8595360" cy="2926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away (−14): </a:t>
            </a:r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“Option D. Wait. Option C. Option D.” × dozens — bare content loops, no constraint-talk.   </a:t>
            </a:r>
            <a:pPr indent="0" marL="0">
              <a:buNone/>
            </a:pPr>
            <a:r>
              <a:rPr lang="en-US" sz="11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toward (+7): </a:t>
            </a:r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“(Wait, I need to make sure I don't use the word 'entangled'). Okay, I'm writing the thought block now.” × 60.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12 breaks at every coefficient; layer 20 is robust but inert (narration does not fall there)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frees every mode of narration; steering only the form constraints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with no narration sentence at all, per mode · unsteered vs steering (layer 16, −7) vs SFT (step-60)</a:t>
            </a:r>
            <a:endParaRPr lang="en-US" sz="1200" dirty="0"/>
          </a:p>
        </p:txBody>
      </p:sp>
      <p:pic>
        <p:nvPicPr>
          <p:cNvPr id="4" name="Image 0" descr="/home/ola/dev/cot-control-ft/figures/steer_s2_narration_f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859536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Steering: 1 % → 24 % overall — case modes 27–42 %, ignore_question 64 %, end / meow / repeat 8–10 %, word-suppression modes 0–5 %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SFT: 37–73 % in every mode, 56 % overall (89 % on ReasonIF). Steering lowers the propensity to narrate; SFT switches it off in most traces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If narration were gone, would compliance rise?  No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every LLM-labelled narration sentence from every stored trace and re-grade: the ceiling for any narration-only method</a:t>
            </a:r>
            <a:endParaRPr lang="en-US" sz="1200" dirty="0"/>
          </a:p>
        </p:txBody>
      </p:sp>
      <p:pic>
        <p:nvPicPr>
          <p:cNvPr id="4" name="Image 0" descr="/home/ola/dev/cot-control-ft/figures/llm_strip_cot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80160"/>
            <a:ext cx="51206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2344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307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4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2,588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CoTControl traces flip fail → pass after deleting all narration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60720" y="22860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4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496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step-60; ReasonIF 2 / 262 and 0 / 105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337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is 5–8 % of the text; the body breaks the same rule in 90–99 % of its own sentences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continuous gain in any condition: +0.05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Meta-discussion is pervasive and, sentence for sentence, a violation — including where it need not be (lowercase).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reduced, but differently: SFT creates narration-free traces in every mode (56 %); steering halves density and frees traces only for constraints about form (24 %). Prompting does nothing.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it does not raise compliance: deleting it flips 0 of 2,588 traces; steering it away in nine modes flips 0 of 391 and leaves continuous compliance flat.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narration was the compliant content (ignore_question), removing it removes the compliance: 0.30 → 0.02.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is over-determined. Reducing meta-discussion is worth doing for monitorability, not as a route to controllability.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and provenance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(Qwen3.5-9B), one SFT recipe (METR's, 240 examples), one steering method (constant vector, all positions)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Step-60 labelling sets are partial (540 CoTControl, 105 ReasonIF) — budget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Steering: S2 has 30 prompts per mode, 391 gradeable of 540 (28 % hit the 10,000-token cap); one coefficient (−7) at one layer (16), chosen from the S1 sweep on two modes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lister is stochastic at fixed temperature: rollout rates stable, sentence counts ±20–50 %; 21–31 % of its quotes could not be matched to a trace unit and were not deleted (strip test slightly conservative)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judge truncates at 10,000 characters; narration moves later after SFT, so that judge overstates the SFT drop (−50 pp vs −46 pp full-trace)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data: github.com/AleksandraDagil/cot-control-ft — META_DISCUSSION_FULLTRACE.md, STEERING_RESULTS.md, META_DISCUSSION_SUMMARY.md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Ola</dc:creator>
  <cp:lastModifiedBy>Ola</cp:lastModifiedBy>
  <cp:revision>1</cp:revision>
  <dcterms:created xsi:type="dcterms:W3CDTF">2026-09-22T16:27:54Z</dcterms:created>
  <dcterms:modified xsi:type="dcterms:W3CDTF">2026-09-22T16:27:54Z</dcterms:modified>
</cp:coreProperties>
</file>